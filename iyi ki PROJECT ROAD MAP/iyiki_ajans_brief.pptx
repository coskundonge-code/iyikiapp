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15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AJANS BRIEF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14630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 KI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548640" y="27432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Lansmanin ozetini degil, ruhunu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anlatan bir brief.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4206240"/>
            <a:ext cx="7315200" cy="36576"/>
          </a:xfrm>
          <a:prstGeom prst="rect">
            <a:avLst/>
          </a:prstGeom>
          <a:solidFill>
            <a:srgbClr val="E07A5F">
              <a:alpha val="6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 |  Nisan 2026  |  Sadece ajans icin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 Ozeti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8638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786384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IYI KI, insanlarin birbirine gercek hediyeler gonderebildigi bir mobil uygulama. Bir kahve, bir cikolata, bir kitap, bir cikolata. Gercek seyler, gercek markalardan.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kullanici para odemiyor. Fiyat hicbir yerde gorunmuyor. Hediye ceki degil, jest. Tipki gercek hayatta birinin elini tutup "gel sana bir kahve ismarlayayim" demek gibi. Parayi konusmadan. Fiyati bilmeden. Sadece: "Seni dusundum."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adi: IYI KI   (Alternatif: TESEKKURLER)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Kategori: Mobil uygulama  |  Pazar yeri  |  Iyilik hareketi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Iletisim Hedefi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863840" cy="1051560"/>
          </a:xfrm>
          <a:prstGeom prst="rect">
            <a:avLst/>
          </a:prstGeom>
          <a:solidFill>
            <a:srgbClr val="3D405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73152" cy="105156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LANSMAN ONCESI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09728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Merak yaratmak. Isim soylenmeden,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urun gosterilmeden, insanlarin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 ne?" demesini saglamak.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7863840" cy="1051560"/>
          </a:xfrm>
          <a:prstGeom prst="rect">
            <a:avLst/>
          </a:prstGeom>
          <a:solidFill>
            <a:srgbClr val="3D405B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31720"/>
            <a:ext cx="73152" cy="1051560"/>
          </a:xfrm>
          <a:prstGeom prst="rect">
            <a:avLst/>
          </a:prstGeom>
          <a:solidFill>
            <a:srgbClr val="81B29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317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B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LANSMAN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33172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Ilk 10.000 indirmeyi reklam harcamadan,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organik merak ve jest dongusuyle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 etmek.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7863840" cy="1051560"/>
          </a:xfrm>
          <a:prstGeom prst="rect">
            <a:avLst/>
          </a:prstGeom>
          <a:solidFill>
            <a:srgbClr val="3D405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566160"/>
            <a:ext cx="73152" cy="1051560"/>
          </a:xfrm>
          <a:prstGeom prst="rect">
            <a:avLst/>
          </a:prstGeom>
          <a:solidFill>
            <a:srgbClr val="F2CC8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5661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LANSMAN SONRASI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35661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"Sana bir kahve ismarliyorum" cumlesini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bir anlama kavusturmak. Insanlarin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gercek hayatta bu cumleyi kullanmasi.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 cumlelik hedef: Insanlarin agzina "IYI KI" kelimesini yerlestirmek.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Hedef Kitle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7490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3749040" cy="4572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BIRINCIL KITLE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</a:rPr>
              <a:t>25-45 yas, kentli, dijital okuryazar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</a:rPr>
              <a:t>Birini dusunur ama "ne yapayim?" diye
takilir. WhatsApp'ta emoji atar ama
yetmedigini hisseder.
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</a:rPr>
              <a:t>Jest yapmak istiyor ama: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</a:rPr>
              <a:t>Para gonderemez (ayip)
Hediye alamaz (vakit yok)
Mesaj atar (yetersiz)
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</a:rPr>
              <a:t>IYI KI bunu 15 saniyeye indiriyor.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7490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3749040" cy="457200"/>
          </a:xfrm>
          <a:prstGeom prst="rect">
            <a:avLst/>
          </a:prstGeom>
          <a:solidFill>
            <a:srgbClr val="81B29A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IKINCIL KITLE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</a:rPr>
              <a:t>Hediye alan kisi (her yas, her profil)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</a:rPr>
              <a:t>Uygulamayi kendi indirmez.
Birileri ona hediye gonderdigi icin
indirir.
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B2D42"/>
                </a:solidFill>
              </a:rPr>
              <a:t>Yasadigi duygu:
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1B29A"/>
                </a:solidFill>
              </a:rPr>
              <a:t>"Biri beni dusunmus."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</a:rPr>
              <a:t>Bu duygu onu gondericiye cevirir.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</a:rPr>
              <a:t>Carpan etkisi burada basliyor.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Kritik: Biz birincil kitleye konusuyoruz. Ikincil kitle urunun kendisiyle tanisir.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Temel Insight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71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0116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400" i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Insanlar birbirini dusunuyor.</a:t>
            </a:r>
            <a:endParaRPr lang="en-US" sz="2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400" i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 bunu gostermek icin</a:t>
            </a:r>
            <a:endParaRPr lang="en-US" sz="2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400" i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kolay, samimi ve parasiz</a:t>
            </a:r>
            <a:endParaRPr lang="en-US" sz="2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400" i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 yol yok.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1371600" y="3749040"/>
            <a:ext cx="2743200" cy="36576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4"/>
          <p:cNvSpPr/>
          <p:nvPr/>
        </p:nvSpPr>
        <p:spPr>
          <a:xfrm>
            <a:off x="1371600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insight butun iletisimin kaynagi.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 Onerisi (Proposition)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7315200" cy="12801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600" i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Soylemene gerek yok.</a:t>
            </a:r>
            <a:endParaRPr lang="en-US" sz="2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600" i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Dusunmen yeter. Iyi ki sen.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Destekleyici mesajlar: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200400"/>
            <a:ext cx="54864" cy="5486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"En son kime kahve ismarladiniz?"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3200400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3200400"/>
            <a:ext cx="54864" cy="5486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3200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"Biri sana bir kahve ismarladi."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31920"/>
            <a:ext cx="54864" cy="5486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"Yaninda olmasan bile. Iyi ki sen."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931920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931920"/>
            <a:ext cx="54864" cy="5486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"Bir jest. Gercek. Samimi. 15 saniye."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 &amp; Ses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749040" cy="3474720"/>
          </a:xfrm>
          <a:prstGeom prst="rect">
            <a:avLst/>
          </a:prstGeom>
          <a:solidFill>
            <a:srgbClr val="F4F1D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3749040" cy="457200"/>
          </a:xfrm>
          <a:prstGeom prst="rect">
            <a:avLst/>
          </a:prstGeom>
          <a:solidFill>
            <a:srgbClr val="81B29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BOYLE KONUSUYORUZ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Sicak ama bagirsiz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075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Samimi ama yapmacik degil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4597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cumleler, derin anlam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sorar, cevap dayatmaz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227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Gostermez, hissettirir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Sessiz ama etkili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995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"Dusundun mu?" sorar, "yap" demez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3749040" cy="3474720"/>
          </a:xfrm>
          <a:prstGeom prst="rect">
            <a:avLst/>
          </a:prstGeom>
          <a:solidFill>
            <a:srgbClr val="F4F1D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97280"/>
            <a:ext cx="3749040" cy="4572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BOYLE KONUSMUYORUZ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✗  </a:t>
            </a:r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"Hemen indir!" tarzinda CTA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075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✗  </a:t>
            </a:r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"Dunyayi degistir" buyuklugu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4597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✗  </a:t>
            </a:r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Ogut veren, bilmis ton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8437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✗  </a:t>
            </a:r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 yogunlugu, renkli patlamalar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227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✗  </a:t>
            </a:r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dili, jargon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✗  </a:t>
            </a:r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"Iyi insan ol" mesaji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995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✗  </a:t>
            </a:r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Fiyat, indirim, kampanya dili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Lansman Fazlari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657600"/>
          </a:xfrm>
          <a:prstGeom prst="rect">
            <a:avLst/>
          </a:prstGeom>
          <a:solidFill>
            <a:srgbClr val="3D405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548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 0: MERAK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Lansmandan 6 hafta once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0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Sehirlerde fiziksel sticker'lar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0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 son kime kahve ismarladiniz?"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0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Isim yok. Logo yok. QR yok.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0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medyada gizemli sorular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0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hafta boyunca hicbir cevap yok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005840"/>
            <a:ext cx="2651760" cy="3657600"/>
          </a:xfrm>
          <a:prstGeom prst="rect">
            <a:avLst/>
          </a:prstGeom>
          <a:solidFill>
            <a:srgbClr val="3D405B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1005840"/>
            <a:ext cx="2651760" cy="54864"/>
          </a:xfrm>
          <a:prstGeom prst="rect">
            <a:avLst/>
          </a:prstGeom>
          <a:solidFill>
            <a:srgbClr val="81B29A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B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 1: TANITMA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2 hafta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0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Saygin isimler badge paylasiyor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0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"Ben bu jeste bakmaya basladim"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0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 urun anlatilmiyor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0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cesaret sinyali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0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page: tek cumle + waitlist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005840"/>
            <a:ext cx="2651760" cy="3657600"/>
          </a:xfrm>
          <a:prstGeom prst="rect">
            <a:avLst/>
          </a:prstGeom>
          <a:solidFill>
            <a:srgbClr val="3D405B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7920" y="1005840"/>
            <a:ext cx="2651760" cy="54864"/>
          </a:xfrm>
          <a:prstGeom prst="rect">
            <a:avLst/>
          </a:prstGeom>
          <a:solidFill>
            <a:srgbClr val="F2CC8F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 2: LANSMAN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Acilis haftasi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0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Sessiz acilis, waitlist'e ozel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0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Ilk 1.000 kullanici ilk kahveyi ismarlıyor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0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kisiler dogal olarak paylasiyor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5508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0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"Biri bana kahve ismarlamisss"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pPr indent="0" marL="0">
              <a:buNone/>
            </a:pPr>
            <a:r>
              <a:rPr lang="en-US" sz="10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hediye = 1 potansiyel yeni kullanici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Ajanstan Beklenen Ciktilar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11430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 Kimligi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10789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ONCELIK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renk paleti, tipografi, gorsel dil.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Isim: IYI KI (veya TESEKKURLER).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Sicak ama premium. Samimi ama ciddi.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54864" cy="11430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Pre-Launch Kampanyasi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89520" y="10789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ONCELIK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46320" y="1417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Fiziksel sticker/duvar yazisi tasarimlari.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medya icerik plani (6 hafta).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Gizemli sorular serisi.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31720"/>
            <a:ext cx="54864" cy="1143000"/>
          </a:xfrm>
          <a:prstGeom prst="rect">
            <a:avLst/>
          </a:prstGeom>
          <a:solidFill>
            <a:srgbClr val="81B2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04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Lansman Kampanyasi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404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ONCELIK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2743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tasarimi.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gorselleri ve metinleri.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medya lansman icerik paketi.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33172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331720"/>
            <a:ext cx="54864" cy="1143000"/>
          </a:xfrm>
          <a:prstGeom prst="rect">
            <a:avLst/>
          </a:prstGeom>
          <a:solidFill>
            <a:srgbClr val="81B29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404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Sosyal Medya Stratejisi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0" y="2404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ONCELIK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0" y="2743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Haftalik icerik plani (ilk 3 ay).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Kullanici hikayesi formati.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Haftalik veri paylasim sablonu.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657600"/>
            <a:ext cx="54864" cy="11430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 Stratejisi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83280" y="37307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ONCELIK 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0080" y="4069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Medya kiti.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 bulteni degil, hikaye onerisi.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"Insan haberi" acisi ile yaklasmak.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65760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657600"/>
            <a:ext cx="54864" cy="11430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 Sesi Rehberi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589520" y="37307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ONCELIK 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46320" y="4069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Ton, dil, cumle yapisi ornekleri.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soylenir, ne soylenmez.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Bildirim metinleri, uygulama ici dil.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Kirmizi Cizgiler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markada asla yapilmayacak seyler. Bunlar tartismaya acik degil.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14630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✗  </a:t>
            </a:r>
            <a:pPr indent="0" marL="0">
              <a:buNone/>
            </a:pPr>
            <a:r>
              <a:rPr lang="en-US" sz="11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Hicbir iletisimde fiyat, TL degeri veya parasal referans olmayacak.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189280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✗  </a:t>
            </a:r>
            <a:pPr indent="0" marL="0">
              <a:buNone/>
            </a:pPr>
            <a:r>
              <a:rPr lang="en-US" sz="11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"Hediye ceki", "kupon", "indirim" kelimeleri asla kullanilmayacak.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32257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✗  </a:t>
            </a:r>
            <a:pPr indent="0" marL="0">
              <a:buNone/>
            </a:pPr>
            <a:r>
              <a:rPr lang="en-US" sz="11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"Iyi insan ol", "iyilik yap", "dunyayi degistir" gibi ogut veren dil olmayacak.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75234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✗  </a:t>
            </a:r>
            <a:pPr indent="0" marL="0">
              <a:buNone/>
            </a:pPr>
            <a:r>
              <a:rPr lang="en-US" sz="11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tanitimi: ucretli icerik, sponsorlu post, reklam kokusu olmayacak.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318211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✗  </a:t>
            </a:r>
            <a:pPr indent="0" marL="0">
              <a:buNone/>
            </a:pPr>
            <a:r>
              <a:rPr lang="en-US" sz="11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Skor, siralama, liderlik tablosu, basari rozeti gibi oyunlastirma yok.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36118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✗  </a:t>
            </a:r>
            <a:pPr indent="0" marL="0">
              <a:buNone/>
            </a:pPr>
            <a:r>
              <a:rPr lang="en-US" sz="11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"Hemen indir", "kacirma", "son 3 gun" gibi aciliyet yaratan CTA yok.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40416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✗  </a:t>
            </a:r>
            <a:pPr indent="0" marL="0">
              <a:buNone/>
            </a:pPr>
            <a:r>
              <a:rPr lang="en-US" sz="11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 karsilastirmasi, "X'ten farkimiz" gibi savunmaci dil yok.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447141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✗  </a:t>
            </a:r>
            <a:pPr indent="0" marL="0">
              <a:buNone/>
            </a:pPr>
            <a:r>
              <a:rPr lang="en-US" sz="1100" dirty="0">
                <a:solidFill>
                  <a:srgbClr val="F4F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icinde veya iletisimde emoji yogunlugu, renkli patlamalar yok.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Basari Nasil Olculecek?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474720"/>
                <a:gridCol w="2286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Metrik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KPI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Hedef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Pre-launch merak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"Bu ne?" sosyal medya arama hacmi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1B2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Organik sorgularda yukselis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Waitlist kayit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page'den e-posta birakma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1B2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10.000+ kayit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Lansman haftasi indirme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Organik indirme (reklamsiz)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1B2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 indirme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Carpan etkisi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Hediye alan kisinin gondericiye donusme orani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1B2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%30+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Organik paylasim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"Biri bana kahve ismarladi" paylasim sayisi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1B2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Haftalik artis trendi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Marka yerlesmesi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"IYI KI" kelimesinin sosyal medyada organik kullanimi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1B2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Olculebilir artis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80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Gercek basari olcutu: Insanlar gercek hayatta "IYI KI" demeye basladiginda.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5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4023360" y="1828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22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Ajansa Son Soz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371600" y="155448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bir uygulama lansmanı degil.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bir davranis hareketi.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Insanlara iyi olmayi soylemiyoruz.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Ellerine gercek bir jest koyuyoruz.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Ajansın gorevi: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jesti kelimelere degil,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F2C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hislere donusturmek.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200400" y="4297680"/>
            <a:ext cx="2743200" cy="36576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4"/>
          <p:cNvSpPr/>
          <p:nvPr/>
        </p:nvSpPr>
        <p:spPr>
          <a:xfrm>
            <a:off x="1371600" y="4480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 KI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B1FBD38020C4D54987E4A0113C02364A" ma:contentTypeVersion="13" ma:contentTypeDescription="Yeni belge oluşturun." ma:contentTypeScope="" ma:versionID="5e59ebce84092db270c7bb3b7bc1c30e">
  <xsd:schema xmlns:xsd="http://www.w3.org/2001/XMLSchema" xmlns:xs="http://www.w3.org/2001/XMLSchema" xmlns:p="http://schemas.microsoft.com/office/2006/metadata/properties" xmlns:ns2="440456e3-d705-4d3a-96db-197d298ed411" xmlns:ns3="3600ea45-c3f0-4f93-8cb7-c12fe39669b1" targetNamespace="http://schemas.microsoft.com/office/2006/metadata/properties" ma:root="true" ma:fieldsID="9e10631fae9303c6fa52d2d34fb5a074" ns2:_="" ns3:_="">
    <xsd:import namespace="440456e3-d705-4d3a-96db-197d298ed411"/>
    <xsd:import namespace="3600ea45-c3f0-4f93-8cb7-c12fe39669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_Flow_SignoffStatu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0456e3-d705-4d3a-96db-197d298ed4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12" nillable="true" ma:displayName="Onay durumu" ma:internalName="_x0024_Resources_x003a_core_x002c_Signoff_Status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Resim Etiketleri" ma:readOnly="false" ma:fieldId="{5cf76f15-5ced-4ddc-b409-7134ff3c332f}" ma:taxonomyMulti="true" ma:sspId="36bd854f-1948-4f99-978a-38efe6c92f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0ea45-c3f0-4f93-8cb7-c12fe39669b1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39429c4-ac62-4af5-8e8c-5c343eeec0cc}" ma:internalName="TaxCatchAll" ma:showField="CatchAllData" ma:web="3600ea45-c3f0-4f93-8cb7-c12fe39669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440456e3-d705-4d3a-96db-197d298ed411" xsi:nil="true"/>
    <TaxCatchAll xmlns="3600ea45-c3f0-4f93-8cb7-c12fe39669b1" xsi:nil="true"/>
    <lcf76f155ced4ddcb4097134ff3c332f xmlns="440456e3-d705-4d3a-96db-197d298ed41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401182B-5DAE-45C2-8D73-EF08F2B16F40}"/>
</file>

<file path=customXml/itemProps2.xml><?xml version="1.0" encoding="utf-8"?>
<ds:datastoreItem xmlns:ds="http://schemas.openxmlformats.org/officeDocument/2006/customXml" ds:itemID="{025CBE58-37B9-46CE-BA8E-39F249552F15}"/>
</file>

<file path=customXml/itemProps3.xml><?xml version="1.0" encoding="utf-8"?>
<ds:datastoreItem xmlns:ds="http://schemas.openxmlformats.org/officeDocument/2006/customXml" ds:itemID="{F5328DC9-B759-4C2F-9FFC-9005BA0D268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IYI KI - Ajans Brief</dc:title>
  <dc:subject>PptxGenJS Presentation</dc:subject>
  <dc:creator>IYI KI</dc:creator>
  <cp:lastModifiedBy>IYI KI</cp:lastModifiedBy>
  <cp:revision>1</cp:revision>
  <dcterms:created xsi:type="dcterms:W3CDTF">2026-04-04T02:09:15Z</dcterms:created>
  <dcterms:modified xsi:type="dcterms:W3CDTF">2026-04-04T02:09:15Z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0x010100B1FBD38020C4D54987E4A0113C02364A</vt:lpwstr>
  </property>
</Properties>
</file>