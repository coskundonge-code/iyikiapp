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Soylemene gerek yok. Dusunmen yeter.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07A5F">
              <a:alpha val="8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Yatirimci Sunumu  |  Nisan 2026  |  Gizli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Simdi?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560320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%73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Insanlarin "birini dusunuyorum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soyleme firsati bulamiyorum"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dedigi oran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4.2B$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Kuresel dijital hediye karti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pazari buyuklugu (2025)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verme eylemini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iyilik hareketine donusturen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sayisi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Insanlar birbirini dusunuyor. Ama bunu gostermek icin kolay, samimi ve parasiz bir yol yok.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Buyuk Fikir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188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Insanlarin birbirine gercek hediyeler gonderebildigi bir mobil uygulama.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 kullanici para odemiyor.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Fiyat etiketi yok. Hediye ceki yok.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Sadece: "Sana bir kahve ismarliyorum."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54864" cy="3200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 urun: Dijital sticker degil, gercek kahve, gercek cikolata, gercek kitap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794760"/>
            <a:ext cx="54864" cy="3200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gorunmuyor: Gonderen ve alan hicbir yerde fiyat gormuyor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4297680"/>
            <a:ext cx="54864" cy="3200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hediye ceki degil: "Sana 120 TL" degil, "Sana Latte ismarliyorum"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Nasil Calisiyor?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05840" y="11887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Uygulamayi ac.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gun hediye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edilebilir urunleri gor.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5F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mi, cikolata mi,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mi?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 yakisir?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5F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394960" y="11887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GONDER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Kisiyi sec.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yaz (opsiyonel).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Gonder. 15 saniye.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5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0" y="11887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kisi bildirim alir.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Magazaya gider.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 urununu alir.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840480"/>
            <a:ext cx="54864" cy="8229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840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"Biri sana bir kahve ismarladi." Hicbir yerde para yok. Sadece jest.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Carpan Etkisi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097280"/>
          </a:xfrm>
          <a:prstGeom prst="ellipse">
            <a:avLst/>
          </a:prstGeom>
          <a:solidFill>
            <a:srgbClr val="2D6A4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hediye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gonderildi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7A5F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1097280"/>
          </a:xfrm>
          <a:prstGeom prst="ellipse">
            <a:avLst/>
          </a:prstGeom>
          <a:solidFill>
            <a:srgbClr val="2D6A4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kisi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uygulamayi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indiriyor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7A5F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828800" cy="1097280"/>
          </a:xfrm>
          <a:prstGeom prst="ellipse">
            <a:avLst/>
          </a:prstGeom>
          <a:solidFill>
            <a:srgbClr val="2D6A4F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Diger hediyeleri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goruyor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7A5F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1828800" cy="10972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 birine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gonderiyor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hediye = 1 potansiyel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kullanici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TL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9184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icin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edinme maliyeti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264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buyume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dongusu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Kimse zorlanmiyor. Hediyeler orada. Insan dogasi gerisini yapiyor.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Modeli: Pazar Yeri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URETICI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Starbucks, D&amp;R,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Migros...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Urunlerini havuza koyar.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Fiyati kendisi belirler.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kazanir.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651760" cy="548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Garanti, Turkcell,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Urunu sponsorlar.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Bedelini oder.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Iyiligin parcasi olur.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KI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Ikisini bulusturur.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+ 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ucreti alir. Stok tutmaz.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urun almaz, satmaz, stok tutmaz. Sadece bulusturur ve komisyon alir.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Gelir Kaynaklari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Uretici Komisyonu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redemption'da perakende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uzerinden % komisyon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gelir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146304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54864" cy="14630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Platform Ucreti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basi sabit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 bedeli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gelir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46304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54864" cy="1463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Gorunurluk Paketi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/ Premium / Exclusive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gorunurlugu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gelir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Bireysel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Gunde 3 hediye, planli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gonderim, ozel hediyeler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TL/ay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651760" cy="146304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34640"/>
            <a:ext cx="54864" cy="1463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Kurumsal Abonelik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Sirketler icin calisan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 jest hakki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gelir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651760" cy="146304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34640"/>
            <a:ext cx="54864" cy="14630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&amp; Rapor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 pazar arastirmasi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raporlari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Akisi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1188720"/>
            <a:ext cx="3657600" cy="7315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ODER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CC8F"/>
                </a:solidFill>
              </a:rPr>
              <a:t>↓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347472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 bedeli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URETICIYE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2468880"/>
            <a:ext cx="3474720" cy="914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+ Platform ucreti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IYI KI'YA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hicbir zaman urun satin almaz. Stok tutmaz.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sponsordan ureticiye akar. Komisyon ve platform ucreti platformda kalir.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 Havuzu &amp; Teslim Alma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1.000 Latte'nin bedelini oder.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Starbucks'a gider.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sisteminde 1.000 adet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"hediye edilebilir Latte" olusur.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birine Latte gonderiyor.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Havuz: 999.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kisi magazaya gidip Latte'sini aliyor.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gerceklesiyor.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saat icinde alinmazsa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havuza geri doner.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7680960" cy="54864"/>
          </a:xfrm>
          <a:prstGeom prst="rect">
            <a:avLst/>
          </a:prstGeom>
          <a:solidFill>
            <a:srgbClr val="F2CC8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 Stratejisi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320040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hafta once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Tohumlama. Sehirlerde sticker'lar: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son kime kahve ismarladiniz?"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 yok. QR yok. Merak birikiyor.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65960" cy="320040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97280"/>
            <a:ext cx="196596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acilis. Waitlist'e ozel.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1.000 kullanici ilk kahveyi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ismarlıyor. Her hediye = 1 yeni kullanici.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65960" cy="320040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1-3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buyume. Kullanici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hikayeleri. Haftalik veri paylasimlari.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Ozel gun kampanyalari.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097280"/>
            <a:ext cx="1965960" cy="320040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097280"/>
            <a:ext cx="196596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3-6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lansman.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marka ortakliklari.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bireysel katman.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Kopyalanamaz?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Hediye karti degil, jest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Hicbir yerde para gorunmuyor. Bu fark butun deneyimi degistiriyor.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Iki tarafli ag etkisi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Uretici + sponsor + kullanici. Uc tarafli pazar yeri. Rakip icin giris bariyeri yuksek.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Duygusal marka hafizasi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markalar iyilikle hatırlaniyor. Bu metrik baska hicbir platformda yok.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Organik buyume dongusu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28016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hediye = 1 potansiyel yeni kullanici. Reklam maliyeti sifira yakin.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Kurallari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Kural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Deger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Gunluk gonderme (ucretsiz)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hediye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Gunluk gonderme (premium)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hediye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Gunluk alma limiti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hediye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Hediye kullanim suresi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saat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Kullanilmayan hediye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Havuza geri doner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/ devretme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 gorunurlugu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Hicbir yerde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4688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Insanlara iyi olmayi soylemiyor.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Ellerine gercek bir jest koyuyor.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"dusunuyorum" demek icin soz yetmediginde,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kahve yeter.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02336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Soylemene gerek yok. Dusunmen yeter. Iyi ki sen.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B1FBD38020C4D54987E4A0113C02364A" ma:contentTypeVersion="13" ma:contentTypeDescription="Yeni belge oluşturun." ma:contentTypeScope="" ma:versionID="5e59ebce84092db270c7bb3b7bc1c30e">
  <xsd:schema xmlns:xsd="http://www.w3.org/2001/XMLSchema" xmlns:xs="http://www.w3.org/2001/XMLSchema" xmlns:p="http://schemas.microsoft.com/office/2006/metadata/properties" xmlns:ns2="440456e3-d705-4d3a-96db-197d298ed411" xmlns:ns3="3600ea45-c3f0-4f93-8cb7-c12fe39669b1" targetNamespace="http://schemas.microsoft.com/office/2006/metadata/properties" ma:root="true" ma:fieldsID="9e10631fae9303c6fa52d2d34fb5a074" ns2:_="" ns3:_="">
    <xsd:import namespace="440456e3-d705-4d3a-96db-197d298ed411"/>
    <xsd:import namespace="3600ea45-c3f0-4f93-8cb7-c12fe39669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456e3-d705-4d3a-96db-197d298ed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12" nillable="true" ma:displayName="Onay durumu" ma:internalName="_x0024_Resources_x003a_core_x002c_Signoff_Status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Resim Etiketleri" ma:readOnly="false" ma:fieldId="{5cf76f15-5ced-4ddc-b409-7134ff3c332f}" ma:taxonomyMulti="true" ma:sspId="36bd854f-1948-4f99-978a-38efe6c92f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0ea45-c3f0-4f93-8cb7-c12fe39669b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39429c4-ac62-4af5-8e8c-5c343eeec0cc}" ma:internalName="TaxCatchAll" ma:showField="CatchAllData" ma:web="3600ea45-c3f0-4f93-8cb7-c12fe39669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440456e3-d705-4d3a-96db-197d298ed411" xsi:nil="true"/>
    <TaxCatchAll xmlns="3600ea45-c3f0-4f93-8cb7-c12fe39669b1" xsi:nil="true"/>
    <lcf76f155ced4ddcb4097134ff3c332f xmlns="440456e3-d705-4d3a-96db-197d298ed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A77881-5B5B-48E3-BEED-BAF606CA83DB}"/>
</file>

<file path=customXml/itemProps2.xml><?xml version="1.0" encoding="utf-8"?>
<ds:datastoreItem xmlns:ds="http://schemas.openxmlformats.org/officeDocument/2006/customXml" ds:itemID="{69B04778-0DC1-406E-BD07-9FB306354CB8}"/>
</file>

<file path=customXml/itemProps3.xml><?xml version="1.0" encoding="utf-8"?>
<ds:datastoreItem xmlns:ds="http://schemas.openxmlformats.org/officeDocument/2006/customXml" ds:itemID="{009FA707-5253-4A83-9A2A-43600B9A30B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IYI KI - Investor Pitch</dc:title>
  <dc:subject>PptxGenJS Presentation</dc:subject>
  <dc:creator>TESEKKURLER</dc:creator>
  <cp:lastModifiedBy>TESEKKURLER</cp:lastModifiedBy>
  <cp:revision>1</cp:revision>
  <dcterms:created xsi:type="dcterms:W3CDTF">2026-04-04T01:05:41Z</dcterms:created>
  <dcterms:modified xsi:type="dcterms:W3CDTF">2026-04-04T01:05:41Z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0x010100B1FBD38020C4D54987E4A0113C02364A</vt:lpwstr>
  </property>
</Properties>
</file>